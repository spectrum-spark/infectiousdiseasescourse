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64ECF-F82E-4BCE-BF6C-E19FD4D4B6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8F73AE-8DBD-4B4B-B609-053DBBC121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9B732-EC26-429B-A8E4-1E75659128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FA7D6-8B59-4198-B4D0-E42F293C94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0E9688-7760-4BDB-81AA-67FEAA58DB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516038-EFD7-4160-BDD2-F823538D87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9CFCF7-E7F4-426A-BD01-E3CAFE7A76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8E108F-D373-4B58-A8E6-90DCE3ECF9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402AA-46D0-4064-BEC2-4C70C57252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09364-2604-47B3-A0DC-9F4914C452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656B1-D458-4A25-8413-6B5F6D904B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46252-0D25-4897-8A31-770B97A0CD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9E13EC1-F375-4CB3-A24C-40996CBF59DB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chrisdewiress@gmail.com" TargetMode="External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68360" y="2077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Garamond"/>
              </a:rPr>
              <a:t>Starting your R projects</a:t>
            </a:r>
            <a:endParaRPr b="0" lang="en-GB" sz="44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3960000"/>
            <a:ext cx="907164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Garamond"/>
              </a:rPr>
              <a:t>Presented by: Dewi Anastasia Christina</a:t>
            </a:r>
            <a:endParaRPr b="0" lang="en-GB" sz="2000" spc="-1" strike="noStrike">
              <a:solidFill>
                <a:srgbClr val="000000"/>
              </a:solidFill>
              <a:latin typeface="Garamond"/>
            </a:endParaRPr>
          </a:p>
          <a:p>
            <a:pPr indent="0" algn="ctr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Garamond"/>
                <a:hlinkClick r:id="rId1"/>
              </a:rPr>
              <a:t>chrisdewiress@gmail.com</a:t>
            </a:r>
            <a:endParaRPr b="0" lang="en-GB" sz="2000" spc="-1" strike="noStrike">
              <a:solidFill>
                <a:srgbClr val="000000"/>
              </a:solidFill>
              <a:latin typeface="Garamond"/>
            </a:endParaRPr>
          </a:p>
          <a:p>
            <a:pPr indent="0" algn="ctr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Garamond"/>
              </a:rPr>
              <a:t>October 2025</a:t>
            </a:r>
            <a:endParaRPr b="0" lang="en-GB" sz="20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GB" sz="3200" spc="-1" strike="noStrike">
                <a:solidFill>
                  <a:srgbClr val="000000"/>
                </a:solidFill>
                <a:latin typeface="Garamond"/>
              </a:rPr>
              <a:t>Using RStudio Projects </a:t>
            </a:r>
            <a:endParaRPr b="1" lang="en-GB" sz="32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900000"/>
            <a:ext cx="907164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GB" sz="2400" spc="-1" strike="noStrike">
                <a:solidFill>
                  <a:srgbClr val="000000"/>
                </a:solidFill>
                <a:latin typeface="Garamond"/>
              </a:rPr>
              <a:t>RStudio projects make it straightforward to divide your work into multiple contexts, each with their own working directory, workspace, history, and source documents.</a:t>
            </a:r>
            <a:endParaRPr b="0" lang="en-GB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2018-05-25T11:28:37Z</dcterms:created>
  <dc:creator>wps</dc:creator>
  <dc:description/>
  <dc:language>en-GB</dc:language>
  <cp:lastModifiedBy/>
  <dcterms:modified xsi:type="dcterms:W3CDTF">2025-08-15T19:12:01Z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</Properties>
</file>